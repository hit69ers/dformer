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-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6E058-9C33-C7AA-3A4F-C26B55A8D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203EAF-9C9C-DA3E-BFF4-1DBD0843C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CCAB0E-6658-80FA-D5A7-BB0026B6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ABA4C-1F99-DECE-4DAA-D9F5AE63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818B3C-3B09-A233-DB26-F8F5F7D38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9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E3FD3-0A0E-D78B-8248-FAEEB885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C569B0-7C52-6F7D-9464-31B020380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2B1045-AA19-B332-9C8F-76A7DD9A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17356B-4579-9FFC-825D-0CBE7B854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0B6E36-45B2-A3A7-7B64-325D849A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23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B0061-6A38-6A30-266D-5016F320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520523-69A0-ED51-152C-4915992F8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82D39E-2763-E056-EAC4-6C87D5FF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1DD36A-B889-996E-DA2D-F1BA3E6B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E2944C-892A-85EC-DFD2-A5D3F516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55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A4CF2-936E-CD00-881E-0B197FE94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7E031-2022-DD97-56F2-6D2FB92A6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97F908-22CB-54FD-0778-699E89977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7E0EC4-A02F-6490-4495-FB82FB1A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6F530C-C1EF-F430-029B-519925BE3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941A98-7E69-E197-E900-DB3086F4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65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BC911-2D37-6A68-D35C-EC13BDF0E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6C1E21-1BB6-2422-9BAE-D0190D294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7B279D-93FF-3B35-6D32-04F9DB840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E4EA108-25A3-CF7F-7717-9A3BC2C6F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E14A5E-DA04-55F8-59F2-06FB23C46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38302F-BCBD-A351-38AF-47834FC9B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F26C77-ABD9-4B8E-9437-6FC5EAAA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9D7547-1FE7-6434-DA72-53DAC990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76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45D6C-5001-5650-F382-B21307DA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2E7524-1E92-0D11-F4B6-BA1B1806B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48FB35-557C-FC6A-D5EE-84B380EE4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F9A897-0393-CF81-F548-0DCDC108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57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193CD0-605E-E0EE-943C-782EB1739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2AB907-E3C9-4D9E-C3E0-8B6A473B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D7BEBF-8901-1F4F-1808-440767B6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51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DFD21-A93A-FE59-FF55-742F4EBC1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2E8CD-033F-D8D1-AA1E-754E555E1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9F81FA-0850-94AB-BA18-E93124FBC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F51DC5-C6BE-FFD5-A7C4-4C5B8558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F68045-D441-016B-AD58-FF37AEAC4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DB01A4-DDB0-92CC-DA5A-BC6C72A75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84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55BF3-967F-E200-ED15-615F0250E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1571BE6-17D3-E527-699E-BD3D630C5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AA3A45-96D5-1AEA-032F-A5A13D07F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C244A6-5DE1-0CAA-A659-0F5B58F8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2D4B12-DD93-A382-B839-B90924769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D3E596-8322-492E-1D5A-BBB5FEC0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76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A58A9-5025-56A4-1851-310AF17B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07DA00-80B9-B140-FE7C-55E101B12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64B80F-4653-F152-5BB9-C604C184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F493F9-BC04-5F5F-B232-E824C632D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EB847A-E54A-8E2B-B209-E271F9BF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82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C856D2-D141-EA0A-2B05-829B2B03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932B77-B818-4450-7559-6963FB27A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3EAE97-7ABD-89BF-E496-CC3B2AF0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2E05FF-B8FD-8869-D67B-6371D585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20529A-8DDA-16E6-1A12-F729E19C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32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54367C-6609-180F-FFB3-24282CAC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2C3FEE-FE73-ACAE-072E-698F7C348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9F99D-CC01-A4BD-9CF5-2DF757068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34D82-82F5-4233-9187-B6F604407B5A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2A3FB6-2220-DF64-6C1E-E23E71100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38567E-E8AB-6B6F-C92C-F85ABB7D2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C1BF1-19F5-4691-BA2F-4FDD60F52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47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F820B41-5FF5-EC11-AB7F-C899FC5F7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59"/>
          <a:stretch/>
        </p:blipFill>
        <p:spPr>
          <a:xfrm>
            <a:off x="1435434" y="1875519"/>
            <a:ext cx="8243068" cy="198127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CF794C0-9D89-FDD2-F51E-11AE77AAAB7F}"/>
              </a:ext>
            </a:extLst>
          </p:cNvPr>
          <p:cNvSpPr/>
          <p:nvPr/>
        </p:nvSpPr>
        <p:spPr>
          <a:xfrm>
            <a:off x="2433954" y="2103438"/>
            <a:ext cx="158113" cy="139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EDBC26-8BEE-D562-99E4-60E3982EF222}"/>
              </a:ext>
            </a:extLst>
          </p:cNvPr>
          <p:cNvSpPr/>
          <p:nvPr/>
        </p:nvSpPr>
        <p:spPr>
          <a:xfrm>
            <a:off x="9891217" y="2199224"/>
            <a:ext cx="178119" cy="1537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A88D1D-57ED-ECFD-0F13-44EC246E75C3}"/>
              </a:ext>
            </a:extLst>
          </p:cNvPr>
          <p:cNvSpPr/>
          <p:nvPr/>
        </p:nvSpPr>
        <p:spPr>
          <a:xfrm>
            <a:off x="9889630" y="2640390"/>
            <a:ext cx="178119" cy="153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FF00"/>
              </a:highlight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827A5B5-A4D1-1B5D-83DC-648211108D39}"/>
              </a:ext>
            </a:extLst>
          </p:cNvPr>
          <p:cNvCxnSpPr>
            <a:cxnSpLocks/>
          </p:cNvCxnSpPr>
          <p:nvPr/>
        </p:nvCxnSpPr>
        <p:spPr>
          <a:xfrm>
            <a:off x="2317747" y="2173175"/>
            <a:ext cx="3905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4DC8976-ADDD-1DDD-7549-2D5D48E15846}"/>
              </a:ext>
            </a:extLst>
          </p:cNvPr>
          <p:cNvSpPr/>
          <p:nvPr/>
        </p:nvSpPr>
        <p:spPr>
          <a:xfrm>
            <a:off x="3154043" y="2360613"/>
            <a:ext cx="178119" cy="153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FF00"/>
              </a:highligh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DA5EB6-218C-F2F2-72C9-81E1EB7641E4}"/>
              </a:ext>
            </a:extLst>
          </p:cNvPr>
          <p:cNvSpPr/>
          <p:nvPr/>
        </p:nvSpPr>
        <p:spPr>
          <a:xfrm>
            <a:off x="3604894" y="2360612"/>
            <a:ext cx="178119" cy="1537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F8D87D-6110-2509-720D-DBEEECA31899}"/>
              </a:ext>
            </a:extLst>
          </p:cNvPr>
          <p:cNvSpPr/>
          <p:nvPr/>
        </p:nvSpPr>
        <p:spPr>
          <a:xfrm>
            <a:off x="4258943" y="2360611"/>
            <a:ext cx="178119" cy="153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FF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936CCF-A6BD-76EF-4E71-2530F5B5C6C2}"/>
              </a:ext>
            </a:extLst>
          </p:cNvPr>
          <p:cNvSpPr/>
          <p:nvPr/>
        </p:nvSpPr>
        <p:spPr>
          <a:xfrm>
            <a:off x="4665344" y="2360611"/>
            <a:ext cx="178119" cy="1537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8549DF-03AB-D492-C30E-C068B913EECC}"/>
              </a:ext>
            </a:extLst>
          </p:cNvPr>
          <p:cNvSpPr/>
          <p:nvPr/>
        </p:nvSpPr>
        <p:spPr>
          <a:xfrm>
            <a:off x="5323503" y="2360610"/>
            <a:ext cx="178119" cy="153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FF00"/>
              </a:highlight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6C3AF0-0A77-C83B-7A4E-4243648856E7}"/>
              </a:ext>
            </a:extLst>
          </p:cNvPr>
          <p:cNvSpPr/>
          <p:nvPr/>
        </p:nvSpPr>
        <p:spPr>
          <a:xfrm>
            <a:off x="6463579" y="2360609"/>
            <a:ext cx="178119" cy="153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FF00"/>
              </a:highligh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D73155-AD09-580B-F555-A8AE26AA1F0E}"/>
              </a:ext>
            </a:extLst>
          </p:cNvPr>
          <p:cNvSpPr/>
          <p:nvPr/>
        </p:nvSpPr>
        <p:spPr>
          <a:xfrm>
            <a:off x="5774354" y="2360609"/>
            <a:ext cx="178119" cy="1537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B797C74-0199-0AA1-BD3E-897463075541}"/>
              </a:ext>
            </a:extLst>
          </p:cNvPr>
          <p:cNvSpPr/>
          <p:nvPr/>
        </p:nvSpPr>
        <p:spPr>
          <a:xfrm>
            <a:off x="9891216" y="3048187"/>
            <a:ext cx="178119" cy="153763"/>
          </a:xfrm>
          <a:prstGeom prst="roundRect">
            <a:avLst>
              <a:gd name="adj" fmla="val 4144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FC1EA76-1ACC-13CF-4C48-F5AFE5D3ED89}"/>
                  </a:ext>
                </a:extLst>
              </p:cNvPr>
              <p:cNvSpPr txBox="1"/>
              <p:nvPr/>
            </p:nvSpPr>
            <p:spPr>
              <a:xfrm>
                <a:off x="10070920" y="2145300"/>
                <a:ext cx="9448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𝐷𝑜𝑤𝑛𝑠𝑎𝑚𝑝𝑙𝑒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FC1EA76-1ACC-13CF-4C48-F5AFE5D3E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920" y="2145300"/>
                <a:ext cx="944874" cy="261610"/>
              </a:xfrm>
              <a:prstGeom prst="rect">
                <a:avLst/>
              </a:prstGeom>
              <a:blipFill>
                <a:blip r:embed="rId3"/>
                <a:stretch>
                  <a:fillRect r="-1935"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5589DD1-F12B-B54F-CC73-9DAC97253AD9}"/>
                  </a:ext>
                </a:extLst>
              </p:cNvPr>
              <p:cNvSpPr txBox="1"/>
              <p:nvPr/>
            </p:nvSpPr>
            <p:spPr>
              <a:xfrm>
                <a:off x="10102580" y="2586466"/>
                <a:ext cx="9907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𝑈𝑝𝑠𝑎𝑚𝑝𝑙𝑒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5589DD1-F12B-B54F-CC73-9DAC97253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580" y="2586466"/>
                <a:ext cx="990780" cy="261610"/>
              </a:xfrm>
              <a:prstGeom prst="rect">
                <a:avLst/>
              </a:prstGeom>
              <a:blipFill>
                <a:blip r:embed="rId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BB4CFD3-3571-FB62-54B8-69C490DD00BF}"/>
                  </a:ext>
                </a:extLst>
              </p:cNvPr>
              <p:cNvSpPr txBox="1"/>
              <p:nvPr/>
            </p:nvSpPr>
            <p:spPr>
              <a:xfrm>
                <a:off x="10070920" y="2979295"/>
                <a:ext cx="10541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𝐶𝑜𝑛𝑣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BB4CFD3-3571-FB62-54B8-69C490DD0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920" y="2979295"/>
                <a:ext cx="1054100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F219A31-7918-0679-C91F-FE64C2DED74A}"/>
              </a:ext>
            </a:extLst>
          </p:cNvPr>
          <p:cNvSpPr/>
          <p:nvPr/>
        </p:nvSpPr>
        <p:spPr>
          <a:xfrm>
            <a:off x="3154043" y="2922588"/>
            <a:ext cx="178119" cy="153763"/>
          </a:xfrm>
          <a:prstGeom prst="roundRect">
            <a:avLst>
              <a:gd name="adj" fmla="val 4144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4558AC3-AE39-2945-2A80-2FEC1E57D76E}"/>
              </a:ext>
            </a:extLst>
          </p:cNvPr>
          <p:cNvSpPr/>
          <p:nvPr/>
        </p:nvSpPr>
        <p:spPr>
          <a:xfrm>
            <a:off x="3604894" y="2922586"/>
            <a:ext cx="178119" cy="153763"/>
          </a:xfrm>
          <a:prstGeom prst="roundRect">
            <a:avLst>
              <a:gd name="adj" fmla="val 4144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D412C54-F37F-5CED-13AF-21A9521920E4}"/>
              </a:ext>
            </a:extLst>
          </p:cNvPr>
          <p:cNvSpPr/>
          <p:nvPr/>
        </p:nvSpPr>
        <p:spPr>
          <a:xfrm>
            <a:off x="4258942" y="2922586"/>
            <a:ext cx="178119" cy="153763"/>
          </a:xfrm>
          <a:prstGeom prst="roundRect">
            <a:avLst>
              <a:gd name="adj" fmla="val 4144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AEA7DC-39F2-3C27-38F8-133BD26B1A8F}"/>
              </a:ext>
            </a:extLst>
          </p:cNvPr>
          <p:cNvSpPr/>
          <p:nvPr/>
        </p:nvSpPr>
        <p:spPr>
          <a:xfrm>
            <a:off x="4665344" y="2923947"/>
            <a:ext cx="178119" cy="153763"/>
          </a:xfrm>
          <a:prstGeom prst="roundRect">
            <a:avLst>
              <a:gd name="adj" fmla="val 4144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24317C9-ABB9-F2FF-E340-9D51095BE133}"/>
              </a:ext>
            </a:extLst>
          </p:cNvPr>
          <p:cNvSpPr/>
          <p:nvPr/>
        </p:nvSpPr>
        <p:spPr>
          <a:xfrm>
            <a:off x="5357894" y="2924853"/>
            <a:ext cx="178119" cy="153763"/>
          </a:xfrm>
          <a:prstGeom prst="roundRect">
            <a:avLst>
              <a:gd name="adj" fmla="val 4144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7F0594A-D7AD-7AEC-F9D5-8B065131799D}"/>
              </a:ext>
            </a:extLst>
          </p:cNvPr>
          <p:cNvSpPr/>
          <p:nvPr/>
        </p:nvSpPr>
        <p:spPr>
          <a:xfrm>
            <a:off x="5774353" y="2930295"/>
            <a:ext cx="178119" cy="153763"/>
          </a:xfrm>
          <a:prstGeom prst="roundRect">
            <a:avLst>
              <a:gd name="adj" fmla="val 4144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6B41BE7-5CF6-3F42-80E5-50ABAD9219C6}"/>
              </a:ext>
            </a:extLst>
          </p:cNvPr>
          <p:cNvSpPr/>
          <p:nvPr/>
        </p:nvSpPr>
        <p:spPr>
          <a:xfrm>
            <a:off x="6456846" y="2930295"/>
            <a:ext cx="178119" cy="153763"/>
          </a:xfrm>
          <a:prstGeom prst="roundRect">
            <a:avLst>
              <a:gd name="adj" fmla="val 4144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9EA965D-FFB4-E204-AAB6-CF4535CCCDDC}"/>
              </a:ext>
            </a:extLst>
          </p:cNvPr>
          <p:cNvSpPr/>
          <p:nvPr/>
        </p:nvSpPr>
        <p:spPr>
          <a:xfrm>
            <a:off x="9772473" y="1924050"/>
            <a:ext cx="1352547" cy="18796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F16A46B-A30C-ABD0-434B-C91C057D9D6D}"/>
              </a:ext>
            </a:extLst>
          </p:cNvPr>
          <p:cNvSpPr/>
          <p:nvPr/>
        </p:nvSpPr>
        <p:spPr>
          <a:xfrm>
            <a:off x="9891215" y="3453529"/>
            <a:ext cx="178119" cy="153763"/>
          </a:xfrm>
          <a:prstGeom prst="roundRect">
            <a:avLst>
              <a:gd name="adj" fmla="val 4144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E7349BB-02BB-6677-5B38-4F661BF56CF3}"/>
                  </a:ext>
                </a:extLst>
              </p:cNvPr>
              <p:cNvSpPr txBox="1"/>
              <p:nvPr/>
            </p:nvSpPr>
            <p:spPr>
              <a:xfrm>
                <a:off x="10070920" y="3393328"/>
                <a:ext cx="10541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𝐶𝑜𝑛𝑣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E7349BB-02BB-6677-5B38-4F661BF56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0920" y="3393328"/>
                <a:ext cx="1054100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751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Yuhang Sun</dc:creator>
  <cp:lastModifiedBy>Yuhang Sun</cp:lastModifiedBy>
  <cp:revision>3</cp:revision>
  <dcterms:created xsi:type="dcterms:W3CDTF">2025-12-02T08:46:32Z</dcterms:created>
  <dcterms:modified xsi:type="dcterms:W3CDTF">2025-12-02T08:54:46Z</dcterms:modified>
</cp:coreProperties>
</file>